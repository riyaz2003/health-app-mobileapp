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50" d="100"/>
          <a:sy n="150" d="100"/>
        </p:scale>
        <p:origin x="-1934" y="-13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3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371600" y="914400"/>
            <a:ext cx="9448495" cy="5029200"/>
          </a:xfrm>
          <a:prstGeom prst="roundRect">
            <a:avLst/>
          </a:prstGeom>
          <a:solidFill>
            <a:srgbClr val="032859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1371600"/>
            <a:ext cx="8534095" cy="35855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1400" b="1">
                <a:solidFill>
                  <a:srgbClr val="00B4D8"/>
                </a:solidFill>
              </a:defRPr>
            </a:pPr>
            <a:r>
              <a:rPr dirty="0"/>
              <a:t>MOBILE APPLICATION DEVELOPMENT (MAD)</a:t>
            </a:r>
          </a:p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 dirty="0" err="1"/>
              <a:t>FitHydro</a:t>
            </a:r>
            <a:r>
              <a:rPr dirty="0"/>
              <a:t> Tracker</a:t>
            </a:r>
          </a:p>
          <a:p>
            <a:pPr algn="ctr">
              <a:spcAft>
                <a:spcPts val="2400"/>
              </a:spcAft>
              <a:defRPr sz="2000">
                <a:solidFill>
                  <a:srgbClr val="CAF0F8"/>
                </a:solidFill>
              </a:defRPr>
            </a:pPr>
            <a:r>
              <a:rPr dirty="0"/>
              <a:t>Smart Hydration &amp; Fitness Companion App</a:t>
            </a:r>
          </a:p>
          <a:p>
            <a:pPr algn="ctr">
              <a:spcAft>
                <a:spcPts val="2800"/>
              </a:spcAft>
              <a:defRPr sz="1400" b="1">
                <a:solidFill>
                  <a:srgbClr val="FF6B6B"/>
                </a:solidFill>
              </a:defRPr>
            </a:pPr>
            <a:r>
              <a:rPr dirty="0"/>
              <a:t>Built with Native Android (</a:t>
            </a:r>
            <a:r>
              <a:rPr dirty="0" err="1"/>
              <a:t>Kotlin</a:t>
            </a:r>
            <a:r>
              <a:rPr dirty="0"/>
              <a:t>) • SQLite Database </a:t>
            </a:r>
            <a:r>
              <a:rPr dirty="0" smtClean="0"/>
              <a:t>• </a:t>
            </a:r>
            <a:r>
              <a:rPr dirty="0" err="1"/>
              <a:t>ViewBinding</a:t>
            </a:r>
            <a:endParaRPr dirty="0"/>
          </a:p>
          <a:p>
            <a:pPr algn="ctr">
              <a:defRPr sz="1300">
                <a:solidFill>
                  <a:srgbClr val="94A3B8"/>
                </a:solidFill>
              </a:defRPr>
            </a:pPr>
            <a:r>
              <a:rPr lang="en-IN" dirty="0" smtClean="0"/>
              <a:t>Developed </a:t>
            </a:r>
            <a:r>
              <a:rPr dirty="0" smtClean="0"/>
              <a:t> </a:t>
            </a:r>
            <a:r>
              <a:rPr dirty="0"/>
              <a:t>by: </a:t>
            </a:r>
            <a:r>
              <a:rPr lang="en-IN" dirty="0" err="1" smtClean="0"/>
              <a:t>Moh</a:t>
            </a:r>
            <a:r>
              <a:rPr lang="en-IN" dirty="0" smtClean="0"/>
              <a:t>. Ayan </a:t>
            </a:r>
            <a:r>
              <a:rPr dirty="0" smtClean="0"/>
              <a:t> (</a:t>
            </a:r>
            <a:r>
              <a:rPr lang="en-IN" dirty="0" smtClean="0"/>
              <a:t>12402080603010</a:t>
            </a:r>
            <a:r>
              <a:rPr dirty="0" smtClean="0"/>
              <a:t>)</a:t>
            </a:r>
            <a:endParaRPr lang="en-IN" dirty="0" smtClean="0"/>
          </a:p>
          <a:p>
            <a:pPr algn="ctr">
              <a:defRPr sz="1300">
                <a:solidFill>
                  <a:srgbClr val="94A3B8"/>
                </a:solidFill>
              </a:defRPr>
            </a:pPr>
            <a:r>
              <a:rPr lang="en-IN" dirty="0" smtClean="0"/>
              <a:t>		      </a:t>
            </a:r>
            <a:r>
              <a:rPr lang="en-IN" dirty="0" err="1" smtClean="0"/>
              <a:t>Parmar</a:t>
            </a:r>
            <a:r>
              <a:rPr lang="en-IN" dirty="0" smtClean="0"/>
              <a:t> </a:t>
            </a:r>
            <a:r>
              <a:rPr lang="en-IN" dirty="0" err="1" smtClean="0"/>
              <a:t>Utsav</a:t>
            </a:r>
            <a:r>
              <a:rPr lang="en-IN" dirty="0" smtClean="0"/>
              <a:t> (12302080601129)</a:t>
            </a:r>
          </a:p>
          <a:p>
            <a:pPr algn="ctr">
              <a:defRPr sz="1300">
                <a:solidFill>
                  <a:srgbClr val="94A3B8"/>
                </a:solidFill>
              </a:defRPr>
            </a:pPr>
            <a:r>
              <a:rPr lang="en-IN" dirty="0" smtClean="0"/>
              <a:t>		       </a:t>
            </a:r>
            <a:r>
              <a:rPr lang="en-IN" dirty="0" err="1" smtClean="0"/>
              <a:t>Bilakhya</a:t>
            </a:r>
            <a:r>
              <a:rPr lang="en-IN" dirty="0" smtClean="0"/>
              <a:t> </a:t>
            </a:r>
            <a:r>
              <a:rPr lang="en-IN" dirty="0" err="1" smtClean="0"/>
              <a:t>Riyaz</a:t>
            </a:r>
            <a:r>
              <a:rPr lang="en-IN" dirty="0" smtClean="0"/>
              <a:t> (12402080603015)</a:t>
            </a:r>
          </a:p>
          <a:p>
            <a:pPr algn="ctr">
              <a:defRPr sz="1300">
                <a:solidFill>
                  <a:srgbClr val="94A3B8"/>
                </a:solidFill>
              </a:defRPr>
            </a:pPr>
            <a:r>
              <a:rPr sz="1600" dirty="0"/>
              <a:t/>
            </a:r>
            <a:br>
              <a:rPr sz="1600" dirty="0"/>
            </a:br>
            <a:r>
              <a:rPr sz="1600" dirty="0"/>
              <a:t>Department </a:t>
            </a:r>
            <a:r>
              <a:rPr sz="1600" dirty="0" smtClean="0"/>
              <a:t>of</a:t>
            </a:r>
            <a:r>
              <a:rPr lang="en-IN" sz="1600" dirty="0" smtClean="0"/>
              <a:t> </a:t>
            </a:r>
            <a:r>
              <a:rPr sz="1600" dirty="0" smtClean="0"/>
              <a:t>Information </a:t>
            </a:r>
            <a:r>
              <a:rPr sz="1600" dirty="0"/>
              <a:t>Technology</a:t>
            </a:r>
            <a:r>
              <a:rPr dirty="0"/>
              <a:t/>
            </a:r>
            <a:br>
              <a:rPr dirty="0"/>
            </a:br>
            <a:r>
              <a:rPr dirty="0"/>
              <a:t>Academic Year </a:t>
            </a:r>
            <a:r>
              <a:rPr dirty="0" smtClean="0"/>
              <a:t>202</a:t>
            </a:r>
            <a:r>
              <a:rPr lang="en-IN" dirty="0" smtClean="0"/>
              <a:t>3</a:t>
            </a:r>
            <a:r>
              <a:rPr dirty="0" smtClean="0"/>
              <a:t>-2027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23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B4D8"/>
                </a:solidFill>
              </a:defRPr>
            </a:pPr>
            <a:r>
              <a:t>MOBILE APPLICATION DEVELOPMENT (MAD)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1. Introduction &amp; 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FitHydro Tracker | Mobile Application Development Project | Kotlin &amp; SQLite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9164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77B6"/>
                </a:solidFill>
              </a:defRPr>
            </a:pPr>
            <a:r>
              <a:t>The Modern Lifestyle Challenge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Water constitutes approximately 60-70% of human body weight and is critical for cognitive and physical performance.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Due to prolonged desk work and screen time, over 75% of individuals suffer from chronic mild dehydration.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Physical exercise and daily water intake are inextricably linked: sweat loss must be balanced with targeted water consumption.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Users frequently struggle to form sustainable hydration habits without consistent feedback and micro-rewards.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6916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6B6B"/>
                </a:solidFill>
              </a:defRPr>
            </a:pPr>
            <a:r>
              <a:t>Project Motivation &amp; Purpose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Empower users with a unified, lightweight mobile tracker for both water intake and active workout calories.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100% Privacy-First &amp; Offline: No accounts, no internet connection, and zero ads required.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Instant One-Tap Logging: Minimize friction so logging a drink takes less than 2 seconds.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Demonstrate core MAD engineering principles: SQLite persistence, lifecycle management, animations, and clean UI architecture.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23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B4D8"/>
                </a:solidFill>
              </a:defRPr>
            </a:pPr>
            <a:r>
              <a:t>MOBILE APPLICATION DEVELOPMENT (MAD)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2. Problem Statement &amp; Key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FitHydro Tracker | Mobile Application Development Project | Kotlin &amp; SQLite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9164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23E8A"/>
                </a:solidFill>
              </a:defRPr>
            </a:pPr>
            <a:r>
              <a:t>Problem Statement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Existing commercial fitness and water apps are overly bloated, requiring cloud logins and subscriptions.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They frequently sell user health metrics or bombard users with intrusive pop-up ads.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Most apps treat water and fitness as separate silos, failing to correlate hydration requirements with workout exertion.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Heavy background sync consumes battery, RAM, and mobile data unnecessarily.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6916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77B6"/>
                </a:solidFill>
              </a:defRPr>
            </a:pPr>
            <a:r>
              <a:t>Core Project Objectives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Develop an ultra-fast Native Android application in Kotlin using modern Material 3 design.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Provide quick-add presets (250ml glass, 500ml bottle, 750ml flask) and custom logging.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Implement sports-science dynamic hydration calculator based on user weight and activity level.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Include multi-exercise workout logging with automatic calorie burn formula calculations.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Ensure resilient offline persistence with SQLite CRUD operations and SharedPreferences.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23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B4D8"/>
                </a:solidFill>
              </a:defRPr>
            </a:pPr>
            <a:r>
              <a:t>MOBILE APPLICATION DEVELOPMENT (MAD)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3. Literature Survey &amp; Comparative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FitHydro Tracker | Mobile Application Development Project | Kotlin &amp; SQLite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3832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9164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77B6"/>
                </a:solidFill>
              </a:defRPr>
            </a:pPr>
            <a:r>
              <a:t>Existing Commercial Apps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MyFitnessPal / Waterllama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• Pros: Rich graphics, social sync.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• Cons: Paywalled premium tiers ($30+/yr), mandatory internet, excessive telemetry.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• High APK size (&gt;80 MB) and background RAM overhead.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3832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169164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4748B"/>
                </a:solidFill>
              </a:defRPr>
            </a:pPr>
            <a:r>
              <a:t>Basic Academic Demos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Standard College Lab Projects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• Pros: Simple to write.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• Cons: Unstyled default XML buttons, static hardcoded values, lack of animations.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• No database CRUD or streak retention across app restarts.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3832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75320" y="169164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6B6B"/>
                </a:solidFill>
              </a:defRPr>
            </a:pPr>
            <a:r>
              <a:t>Proposed FitHydro Solution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FitHydro Tracker Advantages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• Native Kotlin with smooth ObjectAnimator progress rings.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• Integrated SQLite CRUD + SharedPreferences.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• Sports-science adaptive water calculator.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• Lightweight (&lt;6MB APK), 0 permissions except haptic vibration, 100% offline.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23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B4D8"/>
                </a:solidFill>
              </a:defRPr>
            </a:pPr>
            <a:r>
              <a:t>MOBILE APPLICATION DEVELOPMENT (MAD)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4. System Requirements &amp; 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FitHydro Tracker | Mobile Application Development Project | Kotlin &amp; SQLite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9164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77B6"/>
                </a:solidFill>
              </a:defRPr>
            </a:pPr>
            <a:r>
              <a:t>Software &amp; Development Stack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Language: Kotlin 1.9.22 (Modern, null-safe, concise).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Target Platform: Android 14 (API 34) | Minimum: Android 7.0 (API 24).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UI Framework: Material 3 Design Components + ConstraintLayout.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Database: Android SQLite (`SQLiteOpenHelper`) for persistent CRUD.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Preferences: Android SharedPreferences for streaks &amp; user goals.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Build System: Gradle 8.2 &amp; Android Gradle Plugin (AGP) 8.2.0.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6916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23E8A"/>
                </a:solidFill>
              </a:defRPr>
            </a:pPr>
            <a:r>
              <a:t>Hardware &amp; Execution Environment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Development PC Requirements: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• Windows 10/11, macOS, or Linux.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• 8GB+ RAM, Java Development Kit (JDK 17/20).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• Android Studio Iguana / Hedgehog / Koala.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Target Mobile Device Requirements: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• Any Android phone or emulator running Android 7.0+.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• Minimum 1 GB RAM, only ~10 MB storage required.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23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B4D8"/>
                </a:solidFill>
              </a:defRPr>
            </a:pPr>
            <a:r>
              <a:t>MOBILE APPLICATION DEVELOPMENT (MAD)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5. System Architecture &amp; Data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FitHydro Tracker | Mobile Application Development Project | Kotlin &amp; SQLite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9164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77B6"/>
                </a:solidFill>
              </a:defRPr>
            </a:pPr>
            <a:r>
              <a:t>Architectural Layers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Presentation Layer (UI):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• `MainActivity.kt` orchestrating views, dialogs, and animations.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• ViewBinding for direct, null-safe XML widget binding.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Business Logic Layer: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• Hydration formula engine (`Weight × 35ml + Activity Offset`).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• Workout calorie calculator (MET rates per exercise type).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• Consecutive day streak calculator (`SimpleDateFormat`).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Data Persistence Layer: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• SQLite `daily_logs` table + SharedPreferences.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6916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6B6B"/>
                </a:solidFill>
              </a:defRPr>
            </a:pPr>
            <a:r>
              <a:t>Data Flow Pipeline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1. User Action: Tap quick-add button or submit dialog.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2. Event Handling: Click listener triggers haptic vibration (`Vibrator`).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3. Calculation: Compute intake %, calories burned, and date string.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4. Storage: Execute SQLite `insertLog()` or update SharedPreferences.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5. UI Animation: `ObjectAnimator` sweeps the circular progress ring from previous to new percentage.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6. Feed Update: RecyclerView adapter re-queries today's records and refreshes view.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23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B4D8"/>
                </a:solidFill>
              </a:defRPr>
            </a:pPr>
            <a:r>
              <a:t>MOBILE APPLICATION DEVELOPMENT (MAD)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6. Database Design &amp; Local 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FitHydro Tracker | Mobile Application Development Project | Kotlin &amp; SQLite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9164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77B6"/>
                </a:solidFill>
              </a:defRPr>
            </a:pPr>
            <a:r>
              <a:t>SQLite Database Schema (`fithydro.db`)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Table Name: `daily_logs`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• `id`: INTEGER PRIMARY KEY AUTOINCREMENT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• `type`: TEXT (Category: 'WATER' or 'WORKOUT')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• `title`: TEXT (e.g. 'Glass of Water', 'Running (30 mins)')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• `detail`: TEXT (e.g. '+250 ml', '+300 kcal')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• `amount`: INTEGER (Numeric ml or kcal for aggregations)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• `timestamp`: INTEGER (Epoch millis for sorting)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• `date_string`: TEXT (Format 'YYYY-MM-DD' for date queries)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6916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23E8A"/>
                </a:solidFill>
              </a:defRPr>
            </a:pPr>
            <a:r>
              <a:t>SharedPreferences Key-Value Storage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File: `fit_hydro_prefs.xml`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• `water_goal` (Int): User daily water intake target (Default 2500 ml).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• `calorie_goal` (Int): User active burn target (Default 400 kcal).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• `weight_kg` (Int): User body weight for calculator (Default 70 kg).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• `activity_level` (Int): 0 (Low), 1 (Moderate), 2 (High).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• `streak_count` (Int): Number of consecutive logging days.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• `last_streak_date` (String): Last recorded calendar date.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23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B4D8"/>
                </a:solidFill>
              </a:defRPr>
            </a:pPr>
            <a:r>
              <a:t>MOBILE APPLICATION DEVELOPMENT (MAD)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7. Core Features &amp; Technical Highlights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FitHydro Tracker | Mobile Application Development Project | Kotlin &amp; SQLite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9164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77B6"/>
                </a:solidFill>
              </a:defRPr>
            </a:pPr>
            <a:r>
              <a:t>Dynamic Animated Progress Ring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Custom Layer-List XML ring with sweep gradient (#00B4D8 to #0077B6).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Smooth hardware-accelerated transitions via `ObjectAnimator`.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69164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6B6B"/>
                </a:solidFill>
              </a:defRPr>
            </a:pPr>
            <a:r>
              <a:t>One-Tap Rapid Quick Logging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Quick tap tiles: 250ml Glass, 500ml Bottle, 750ml Flask, &amp; Custom Dialog.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Haptic vibration response (`VibrationEffect`) for tactile feedback.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416052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23E8A"/>
                </a:solidFill>
              </a:defRPr>
            </a:pPr>
            <a:r>
              <a:t>Scientific Hydration Calculator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Sports science formula: `Base (kg * 35ml) + Activity Intensity Factor`.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1-Tap 'Apply as Goal' button sets the calculated value as active target.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3192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416052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77B6"/>
                </a:solidFill>
              </a:defRPr>
            </a:pPr>
            <a:r>
              <a:t>Multi-Exercise Fitness Logger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6 Activities: Running (10 kcal/min), Cycling (8), Gym (6), Walking (4), Swimming (9), Yoga (3).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Real-time calorie prediction as the user inputs duration.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23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B4D8"/>
                </a:solidFill>
              </a:defRPr>
            </a:pPr>
            <a:r>
              <a:t>MOBILE APPLICATION DEVELOPMENT (MAD)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8. Testing &amp; Test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FitHydro Tracker | Mobile Application Development Project | Kotlin &amp; SQLite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06984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91640"/>
            <a:ext cx="10241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77B6"/>
                </a:solidFill>
              </a:defRPr>
            </a:pPr>
            <a:r>
              <a:t>Executed Verification Test Cases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TC-01 [Water Quick Log]: Tap +250ml button -&gt; Entry written to SQLite, progress ring advances by 10%, haptic feedback triggers. [STATUS: PASS]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TC-02 [Custom Input Validation]: Enter non-numeric or empty string in Custom Dialog -&gt; System shows validation toast, rejects invalid state. [STATUS: PASS]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TC-03 [Workout Calorie Calculation]: Select 'Running' for 30 minutes -&gt; Validated 300 kcal burned, progress bar updates proportionally. [STATUS: PASS]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TC-04 [Data Persistence Across Process Death]: Add logs, swipe kill app from Recent Apps, reopen -&gt; All logs, total ml, and streaks restored. [STATUS: PASS]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TC-05 [Log Deletion &amp; Auto-Recalculate]: Click trash icon on 500ml log -&gt; Log deleted from SQLite, ring decreases smoothly by 20%. [STATUS: PASS]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TC-06 [Screen Rotation &amp; Density]: Tested across different DPIs (mdpi to xxxhdpi) -&gt; ConstraintLayout maintains proportional layout without clipping. [STATUS: PASS]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23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B4D8"/>
                </a:solidFill>
              </a:defRPr>
            </a:pPr>
            <a:r>
              <a:t>MOBILE APPLICATION DEVELOPMENT (MAD)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9. User Interface &amp; Demonstration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FitHydro Tracker | Mobile Application Development Project | Kotlin &amp; SQLite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9164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77B6"/>
                </a:solidFill>
              </a:defRPr>
            </a:pPr>
            <a:r>
              <a:t>Visual Hierarchy &amp; Material 3 UI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Top Header: Gradient navy surface displaying real-time date, 🔥 Streak badge, and top shortcut chips.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Hydration Dashboard: Centered circular progress with percentage, remaining target counter, and motivational status text.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Interactive Grid: Modern elevated cards with emoji iconography for rapid drinking intake.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Fitness Summary Card: Calorie burn progress bar with distinct vibrant coral accenting.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Activity Feed: Chronological RecyclerView cards with type indicators and individual delete actions.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6916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6B6B"/>
                </a:solidFill>
              </a:defRPr>
            </a:pPr>
            <a:r>
              <a:t>Faculty Demo Walkthrough Steps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1. Open App: Point out current date and 1-Day Streak indicator.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2. Tap Glass (250ml): Demonstrate circular progress animation &amp; haptic tap.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3. Log 30m Running: Show dynamic calorie calculation and fitness progress.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4. Open Calculator: Show dynamic formula adjusting goal based on weight.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5. Delete Entry: Show real-time SQLite deletion and UI update.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6. Force Close &amp; Reopen: Prove 100% offline persistence.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23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B4D8"/>
                </a:solidFill>
              </a:defRPr>
            </a:pPr>
            <a:r>
              <a:t>MOBILE APPLICATION DEVELOPMENT (MAD)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10. Conclusion &amp; Future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FitHydro Tracker | Mobile Application Development Project | Kotlin &amp; SQLite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9164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77B6"/>
                </a:solidFill>
              </a:defRPr>
            </a:pPr>
            <a:r>
              <a:t>Project Achievements &amp; Conclusion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Successfully developed and deployed a native Android mobile application adhering to MAD syllabus requirements.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Demonstrated proficiency in Kotlin, Material 3 UI, SQLite databases, SharedPreferences, and ViewBinding.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Built a genuinely useful, privacy-first, zero-bloat daily utility that runs completely offline with zero latency.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Achieved a highly optimized build: APK size is under 6MB and cold boot time is under 800ms.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6916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23E8A"/>
                </a:solidFill>
              </a:defRPr>
            </a:pPr>
            <a:r>
              <a:t>Future Enhancements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Periodic Smart Drink Alarms: Implementing Android `WorkManager` for battery-efficient background hydration reminders.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Historical Analytics &amp; Visual Charts: Integrating `MPAndroidChart` for weekly/monthly trend graphs.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Health Connect &amp; Google Fit API: Syncing step counts and automated calorie imports from smartwatches.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• Export / Backup: Export logs to CSV/PDF reports for doctor/trainer consultation.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1954</Words>
  <Application>Microsoft Office PowerPoint</Application>
  <PresentationFormat>Widescreen</PresentationFormat>
  <Paragraphs>166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hp</cp:lastModifiedBy>
  <cp:revision>2</cp:revision>
  <dcterms:created xsi:type="dcterms:W3CDTF">2013-01-27T09:14:16Z</dcterms:created>
  <dcterms:modified xsi:type="dcterms:W3CDTF">2026-10-28T03:39:50Z</dcterms:modified>
  <cp:category/>
</cp:coreProperties>
</file>